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Q1 year 1 business review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Record date: 2025-10-21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Q1 snapshot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Q1 revenue: $118,002.41</a:t>
            </a:r>
          </a:p>
          <a:p>
            <a:r>
              <a:rPr lang="en-US" sz="1400"/>
              <a:t>- Headcount at close: 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3 — Review presenters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Nadia Carr and Anthony Ellis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