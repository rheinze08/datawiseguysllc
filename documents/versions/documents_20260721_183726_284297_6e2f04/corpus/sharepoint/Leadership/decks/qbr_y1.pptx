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theme/theme1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</Types>
</file>

<file path=_rels/.rels><?xml version="1.0" encoding="UTF-8" standalone="yes"?>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p="http://schemas.openxmlformats.org/presentationml/2006/main" xmlns:r="http://schemas.openxmlformats.org/officeDocument/2006/relationships" xmlns:a="http://schemas.openxmlformats.org/drawingml/2006/main">
  <p:sldMasterIdLst>
    <p:sldMasterId id="2147483648" r:id="rId1"/>
  </p:sldMasterIdLst>
  <p:sldIdLst>
    <p:sldId id="256" r:id="rId2"/>
    <p:sldId id="257" r:id="rId3"/>
    <p:sldId id="258" r:id="rId4"/>
  </p:sldIdLst>
  <p:sldSz cx="9144000" cy="6858000"/>
  <p:notesSz cx="6858000" cy="9144000"/>
</p:presentation>
</file>

<file path=ppt/_rels/presentation.xml.rels><?xml version="1.0" encoding="UTF-8" standalone="yes"?>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/Relationships>
</file>

<file path=ppt/slideLayouts/_rels/slideLayout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p="http://schemas.openxmlformats.org/presentationml/2006/main" xmlns:r="http://schemas.openxmlformats.org/officeDocument/2006/relationships" xmlns:a="http://schemas.openxmlformats.org/drawingml/2006/main" type="txAndObj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/>
          <a:p>
            <a:endParaRPr lang="en-US"/>
          </a:p>
        </p:txBody>
      </p:sp>
      <p:sp>
        <p:nvSpPr>
          <p:cNvPr id="3" name="Body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p="http://schemas.openxmlformats.org/presentationml/2006/main" xmlns:r="http://schemas.openxmlformats.org/officeDocument/2006/relationships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</p:sldMaster>
</file>

<file path=ppt/slides/_rels/slide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p="http://schemas.openxmlformats.org/presentationml/2006/main" xmlns:r="http://schemas.openxmlformats.org/officeDocument/2006/relationships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2800" b="1"/>
              <a:t>Slide 1 — Year 1 business review</a:t>
            </a:r>
          </a:p>
        </p:txBody>
      </p:sp>
      <p:sp>
        <p:nvSpPr>
          <p:cNvPr id="3" name="Body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400"/>
              <a:t>Record date: 2026-07-21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2.xml><?xml version="1.0" encoding="utf-8"?>
<p:sld xmlns:p="http://schemas.openxmlformats.org/presentationml/2006/main" xmlns:r="http://schemas.openxmlformats.org/officeDocument/2006/relationships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2800" b="1"/>
              <a:t>Slide 2 — Year 1 revenue by quarter</a:t>
            </a:r>
          </a:p>
        </p:txBody>
      </p:sp>
      <p:sp>
        <p:nvSpPr>
          <p:cNvPr id="3" name="Body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400"/>
              <a:t>- Q1: $118,002.41</a:t>
            </a:r>
          </a:p>
          <a:p>
            <a:r>
              <a:rPr lang="en-US" sz="1400"/>
              <a:t>- Q2: $358,737.97</a:t>
            </a:r>
          </a:p>
          <a:p>
            <a:r>
              <a:rPr lang="en-US" sz="1400"/>
              <a:t>- Q3: $537,733.17</a:t>
            </a:r>
          </a:p>
          <a:p>
            <a:r>
              <a:rPr lang="en-US" sz="1400"/>
              <a:t>- Q4: $588,026.45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3.xml><?xml version="1.0" encoding="utf-8"?>
<p:sld xmlns:p="http://schemas.openxmlformats.org/presentationml/2006/main" xmlns:r="http://schemas.openxmlformats.org/officeDocument/2006/relationships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2800" b="1"/>
              <a:t>Slide 3 — Year 1 close</a:t>
            </a:r>
          </a:p>
        </p:txBody>
      </p:sp>
      <p:sp>
        <p:nvSpPr>
          <p:cNvPr id="3" name="Body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400"/>
              <a:t>- Headcount at close: 12</a:t>
            </a:r>
          </a:p>
          <a:p>
            <a:r>
              <a:rPr lang="en-US" sz="1400"/>
              <a:t>- Review presenters: Nadia Carr and Anthony Ellis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theme/theme1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</a:majorFont>
      <a:minorFont>
        <a:latin typeface="Calibri"/>
        <a:ea typeface=""/>
        <a:cs typeface=""/>
      </a:minorFont>
    </a:fontScheme>
    <a:fmtScheme name="Office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>
          <a:solidFill>
            <a:schemeClr val="phClr"/>
          </a:solidFill>
        </a:ln>
        <a:ln w="12700">
          <a:solidFill>
            <a:schemeClr val="phClr"/>
          </a:solidFill>
        </a:ln>
        <a:ln w="19050">
          <a:solidFill>
            <a:schemeClr val="phClr"/>
          </a:solidFill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