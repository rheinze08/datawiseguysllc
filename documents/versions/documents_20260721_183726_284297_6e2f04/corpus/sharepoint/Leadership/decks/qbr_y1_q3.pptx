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Q3 Year 1 Business Review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April 21, 2026</a:t>
            </a:r>
          </a:p>
          <a:p>
            <a:r>
              <a:rPr lang="en-US" sz="1400"/>
              <a:t>Presented by Nadia Carr and Anthony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Quarter at a Glance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Year 1, Q3 review</a:t>
            </a:r>
          </a:p>
          <a:p>
            <a:r>
              <a:rPr lang="en-US" sz="1400"/>
              <a:t>- Review date: April 21,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Revenue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Q3 revenue: 537733.17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4 — Leadership Review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Nadia Carr</a:t>
            </a:r>
          </a:p>
          <a:p>
            <a:r>
              <a:rPr lang="en-US" sz="1400"/>
              <a:t>- Anthony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