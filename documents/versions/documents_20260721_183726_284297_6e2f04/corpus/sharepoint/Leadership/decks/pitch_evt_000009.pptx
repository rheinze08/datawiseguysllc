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First Commercial Deal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Ashford Properties 2</a:t>
            </a:r>
          </a:p>
          <a:p>
            <a:r>
              <a:rPr lang="en-US" sz="1400"/>
              <a:t>January 15,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The milestone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First commercial deal</a:t>
            </a:r>
          </a:p>
          <a:p>
            <a:r>
              <a:rPr lang="en-US" sz="1400"/>
              <a:t>- Service: repair</a:t>
            </a:r>
          </a:p>
          <a:p>
            <a:r>
              <a:rPr lang="en-US" sz="1400"/>
              <a:t>- Contract value: $6,589.00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3 — Account ownership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Account: Ashford Properties 2</a:t>
            </a:r>
          </a:p>
          <a:p>
            <a:r>
              <a:rPr lang="en-US" sz="1400"/>
              <a:t>- Dispatcher: Erin Tanner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4 — Commercial proof point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The January 15, 2026 repair deal with Ashford Properties 2 establishes the first commercial account at a contract value of $6,589.00.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