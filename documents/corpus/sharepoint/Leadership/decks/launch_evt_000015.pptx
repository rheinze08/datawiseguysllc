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Maintenance plan launch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- 2026-04-14</a:t>
            </a:r>
          </a:p>
          <a:p>
            <a:r>
              <a:rPr lang="en-US" sz="1400"/>
              <a:t>- New service line: maintenance plan</a:t>
            </a:r>
          </a:p>
          <a:p>
            <a:r>
              <a:rPr lang="en-US" sz="1400"/>
              <a:t>- Operations: Marcus Carr, Installer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Operating rationale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The maintenance plan supports a second van fleet.</a:t>
            </a:r>
          </a:p>
          <a:p>
            <a:r>
              <a:rPr lang="en-US" sz="1400"/>
              <a:t>- Growth is not treated as only more one-off calls.</a:t>
            </a:r>
          </a:p>
          <a:p>
            <a:r>
              <a:rPr lang="en-US" sz="1400"/>
              <a:t>- Planned work helps preserve field quality.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3 — Launch decision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Marcus Carr is the event actor for the maintenance plan service-line launch.</a:t>
            </a:r>
          </a:p>
          <a:p>
            <a:r>
              <a:rPr lang="en-US" sz="1400"/>
              <a:t>- The maintenance plan takes hold in 2026 as the operating model expands for the second van fleet.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