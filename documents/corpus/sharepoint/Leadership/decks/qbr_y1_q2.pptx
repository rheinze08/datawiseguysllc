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r="http://schemas.openxmlformats.org/officeDocument/2006/relationships" xmlns:a="http://schemas.openxmlformats.org/drawingml/2006/main" type="txAndObj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/>
              <a:t>Slide 1 — Q2 Year 1 Business Review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/>
              <a:t>Record date: 2026-01-21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/>
              <a:t>Slide 2 — Review presenters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/>
              <a:t>- Nadia Carr</a:t>
            </a:r>
          </a:p>
          <a:p>
            <a:r>
              <a:rPr lang="en-US" sz="1400"/>
              <a:t>- Anthony Ellis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/>
              <a:t>Slide 3 — Q2 performance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/>
              <a:t>- Q2 revenue: $358,737.97</a:t>
            </a:r>
          </a:p>
          <a:p>
            <a:r>
              <a:rPr lang="en-US" sz="1400"/>
              <a:t>- Headcount at close: 7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/>
              <a:t>Slide 4 — Review period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/>
              <a:t>Year 1, Q2 review recorded in 2026.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