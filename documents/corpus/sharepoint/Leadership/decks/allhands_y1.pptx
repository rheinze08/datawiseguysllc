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3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txAndObj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1 — Year 1 all-hands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Record date: 2026-07-21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2 — Year 1 close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- Headcount at close: 12</a:t>
            </a:r>
          </a:p>
          <a:p>
            <a:r>
              <a:rPr lang="en-US" sz="1400"/>
              <a:t>- Year 1 headcount: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